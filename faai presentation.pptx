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83AA-18E9-44FD-CDD6-E419BB5AF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C8BDA-A294-6C3B-C9BE-120F73DCD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3F4D1-DFC1-EE4E-917F-BE3736E8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1070F-0EE4-218F-14E9-17E4F05F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EE77F-038B-A8FB-F039-4C65D962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15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53C8-6155-FFD3-51FE-00789C56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FA863-A995-E658-D276-DF35D2C9A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E37BD-0BC5-A962-DBD6-934325BF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26B97-C0C7-003D-4190-3128AC54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64BC5-207B-013A-F5DA-E76A1C19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53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3F30-26D5-D793-68E2-425110285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65CFF-3659-7947-1D53-87D050E4B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9CC8-0E33-FF9A-D65C-3CABCB5A9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DAB3B-1797-FADB-4AD5-C7919CBA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1D43A-4D37-8957-0D3B-1DC00670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40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D8BA-9E93-E84F-9118-3B17748D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3E2B7-50D2-891E-773E-7FB34BBE3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BB651-A652-C24E-7F91-2C538FFED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0A9D-9A40-CAAE-9AF8-BA4EF720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B59E1-AACC-42BF-A57B-2E7F7612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DDE79-46C7-8BFC-4C52-F8B651FB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582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E05B-EA74-148C-282A-21AC12825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258E3-186B-83F3-89BA-2A44705BC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826A0-1B5D-F2B5-15EA-8A8402082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A6D8D2-3F0E-56BA-C10C-5E86A25B1C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F96BE-1DC3-125A-3868-AE06AA70A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1D855F-46D7-FE31-5B0F-AFA8DBFA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92919-68AF-5F58-BBD6-14BCC84E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EC4A5-2621-0E27-3FA0-BCFD6C17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985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1544-70F4-0F6D-CA9C-18722848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BFE5F-74B7-A1D8-39AE-57E8AA8E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48190-6742-1498-1D23-7BEA41FA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319BD-8FD3-CB8B-9EBF-FAA58D436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50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C7333-C344-C4A8-A57C-235A8BFD5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A653AE-5A01-4E92-A181-3B0B5C17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00FF9-C2D2-1E02-64F5-9BAC6865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90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CEEB4-0D5D-1AA6-35AA-EEC622C7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8C0A0-DE6D-BFF1-EF09-E8889BF95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5A350-1EEC-11B2-3360-625A356CA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28077-5699-F4B3-6BCD-B2218044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BD30A-EF82-A622-0EB0-0D0A20FE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54363-1B86-A6C5-F604-EE377FF18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57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D765-9045-81DF-FC4D-BCBA824B7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2B814E-B479-9777-382E-6A33A48B6F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C9BE9-0FAE-0EAA-55B3-C9D8454E9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E288A-0AAA-AE6C-FECB-9016CDB5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6F681-5F02-20F7-9D5D-27867E180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59106-AFB6-088D-3DA6-8E22B45B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719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7EF9-210E-A608-EB51-1C8C56B7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BCFAC-5CDB-A949-073F-BFF6D1040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EA7DE-A925-45CB-0688-DD4C814B8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358F4-C736-F286-8F94-214942D8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3BB4A-1CBC-D722-5721-DC1E879A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75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7F84CE-2858-A1D9-8333-75387D682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10616-F9C0-2407-BAB2-DBD09D4DA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3A2C7-7F1B-0EE7-626D-DA5D196A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EA942-ECAE-9514-8C76-6F7F7DE3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F1BB9-2825-57AF-A2B4-71F33154F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42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315D55-D780-9328-B8E3-2F70305C4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9987B-B0F1-98A0-28AC-896D7F492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E5CDC-0D19-28F8-8C08-BED66535F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A385A-9954-4FFC-973A-294D3FCB7E5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A5A87-3567-1AF1-1A6B-B14BBD6AD8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AD81E-1BBF-C5A9-FA83-89A88F8C4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F549F-38D7-40A7-8FFF-CE4D08C4D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13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D6CD-C696-FA2C-7931-BA0A1484C4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C0737-E2E6-D021-7432-634AC70C86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8091F-4CF1-B5CE-091C-D2DF3CAE7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63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503221-9A22-2752-8BD2-092628D21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860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09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48390-00DF-3419-6F5D-3D709412E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451" y="0"/>
            <a:ext cx="1226290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93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A00C42-BE48-B65B-A695-8460F33FA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08" y="0"/>
            <a:ext cx="12210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4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3024B-457E-257D-B5E5-AECFEAF10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25" y="0"/>
            <a:ext cx="122568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7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168DDD-AEB2-CD58-F1CC-29581F02F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33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EC154B-D661-7CB4-D917-DB14BC26E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84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74B7DD-135C-8582-343D-7B7B6361B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" y="0"/>
            <a:ext cx="121928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96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naitik kumar</dc:creator>
  <cp:lastModifiedBy>naitik kumar</cp:lastModifiedBy>
  <cp:revision>4</cp:revision>
  <dcterms:created xsi:type="dcterms:W3CDTF">2026-10-17T01:39:55Z</dcterms:created>
  <dcterms:modified xsi:type="dcterms:W3CDTF">2026-10-19T15:42:54Z</dcterms:modified>
</cp:coreProperties>
</file>